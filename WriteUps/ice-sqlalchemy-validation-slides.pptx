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0"/>
            <a:ext cx="111858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DATA QUALITY IN DATABASE MIGRATIONS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148840"/>
            <a:ext cx="111858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ICE SQLAlchemy Migration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834640"/>
            <a:ext cx="111858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Post-migration data quality on existing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118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Hubert Dec · Patryk Dziki · Adrian Czapka · Dominik Dziedzic · Beniamin Sujka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77640"/>
            <a:ext cx="111858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Python library for auditing rows after schema migration — not at INSERT time, but on data already in the target database.</a:t>
            </a:r>
            <a:br/>
            <a:br/>
            <a:r>
              <a:t>Based on When Migration Changes Your Data (Sprint I report)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Why this library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i="1"/>
            </a:pPr>
            <a:r>
              <a:t>Migrations often succeed while data becomes wrong.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Our Sprint I report studied real incidents (insurance, banking, travel). Pipelines stay green and row counts match, yet business logic breaks silently.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11185855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b="1" sz="1600">
                <a:solidFill>
                  <a:srgbClr val="2C3E50"/>
                </a:solidFill>
              </a:defRPr>
            </a:pPr>
            <a:r>
              <a:t>Row counts match; migration tools report success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Columns stay non-null and syntactically valid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Semantic drift: dates, categories, foreign keys, ownership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Detection in production — tickets, audits, regulators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Fixing later costs rollback, re-migration, or repair scripts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2148840"/>
            <a:ext cx="5455767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Examples from our report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[MEDIUM] Insurance dates → year 2040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[HIGH] 87% of timestamps shifted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[CRITICAL] TSB: wrong customer accounts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[CRITICAL] TUI: category → wrong aircraft weight</a:t>
            </a:r>
          </a:p>
          <a:p>
            <a:pPr>
              <a:spcAft>
                <a:spcPts val="400"/>
              </a:spcAft>
              <a:defRPr sz="1100">
                <a:solidFill>
                  <a:srgbClr val="666666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666666"/>
                </a:solidFill>
              </a:defRPr>
            </a:pPr>
            <a:r>
              <a:t>Systematic mapping or timezone errors that pass basic QA.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Data Quality in Database Migrations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31538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1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0156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t>Hubert Dec · Patryk Dziki · Adrian Czapka · Dominik Dziedzic · Beniamin Sujka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What usual checks miss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i="1"/>
            </a:pPr>
            <a:r>
              <a:t>Schema constraints protect new writes — not legacy rows already in the 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Teams assume ORM models and DB constraints are enough. After bulk load, millions of legacy rows may never be checked against the new rules.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011680"/>
          <a:ext cx="111858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40233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2C3E50"/>
                          </a:solidFill>
                        </a:defRPr>
                      </a:pPr>
                      <a:r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2C3E50"/>
                          </a:solidFill>
                        </a:defRPr>
                      </a:pPr>
                      <a:r>
                        <a:t>Catches new bad INSERT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2C3E50"/>
                          </a:solidFill>
                        </a:defRPr>
                      </a:pPr>
                      <a:r>
                        <a:t>Audits migrated rows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CheckConstraint on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Often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Only if DB enforces + re-checked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ORM @validates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On flush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No — not on bulk / raw SQL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Row count vs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Volume only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MigrationValidator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Yes — scans existing data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160520"/>
            <a:ext cx="1118585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Bulk import (pandas.to_sql, ETL, COPY, raw SQL) can leave violations in place. Teams often use lax staging tables and only find issues on explicit audit.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Data Quality in Database Migrations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31538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2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0156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t>Hubert Dec · Patryk Dziki · Adrian Czapka · Dominik Dziedzic · Beniamin Sujka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ICE SQLAlchemy Migration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Library in src/ validates data already in the database against SQLAlchemy 2.0 models. Same idea as unit tests — executed as set-based SQL over the full 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65960"/>
            <a:ext cx="3606698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2C3E50"/>
                </a:solidFill>
              </a:defRPr>
            </a:pPr>
            <a:r>
              <a:t>Session against migrated DB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Mapped model (User, Policy, …)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Lax table OK; strict model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Mapped, Column, Annotated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2498" y="1965960"/>
            <a:ext cx="3606698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2C3E50"/>
                </a:solidFill>
              </a:defRPr>
            </a:pPr>
            <a:r>
              <a:t>parser.py reads Annotated fields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Validators: null, bounds, NaN, unique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SQL SELECT with yield_per=5000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Duplicate pass via GROUP BY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Python only when SQL cannot (NaN)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82076" y="1965960"/>
            <a:ext cx="3606698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2C3E50"/>
                </a:solidFill>
              </a:defRPr>
            </a:pPr>
            <a:r>
              <a:t>list[ValidationError]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errors_to_dataframe report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summarize_errors counts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Pytest plugin for 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Data Quality in Database Migrations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31538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3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0156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t>Hubert Dec · Patryk Dziki · Adrian Czapka · Dominik Dziedzic · Beniamin Sujka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One place to declare rules: the column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i="1"/>
            </a:pPr>
            <a:r>
              <a:t>No separate config file. No magic __table_args__ scanning.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Rules live on the column — same diff as the migration model, no YAML drift.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11185855" cy="260604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latin typeface="Consolas"/>
              </a:defRPr>
            </a:pPr>
            <a:r>
              <a:t>from typing import Annotated</a:t>
            </a:r>
            <a:br/>
            <a:r>
              <a:t>from sqlalchemy.orm import Mapped, mapped_column</a:t>
            </a:r>
            <a:br/>
            <a:r>
              <a:t>from src.metadata import FloatMax, FloatMin, Required, Unique, UniqueComposite</a:t>
            </a:r>
            <a:br/>
            <a:br/>
            <a:r>
              <a:t>class User(Base):</a:t>
            </a:r>
            <a:br/>
            <a:r>
              <a:t>    __tablename__ = "users"</a:t>
            </a:r>
            <a:br/>
            <a:r>
              <a:t>    email: Mapped[Annotated[str, Required(), Unique()]] = mapped_column(String(100))</a:t>
            </a:r>
            <a:br/>
            <a:r>
              <a:t>    age: Mapped[Annotated[int, Required(), FloatMin(0), FloatMax(120)]] = mapped_column(Integer)</a:t>
            </a:r>
            <a:br/>
            <a:r>
              <a:t>    country: Mapped[Annotated[str, Required(), UniqueComposite("country", "city")]] = mapped_column(String(40))</a:t>
            </a:r>
            <a:br/>
            <a:r>
              <a:t>    city: Mapped[Annotated[str, Required()]] = mapped_column(String(40))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0"/>
            <a:ext cx="1118585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Mapped[T | None] or Nullable() → NULL allowed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Non-optional Mapped[T] implies Required() even if DB column is nullable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</a:defRPr>
            </a:pPr>
            <a:r>
              <a:t>UniqueComposite on one column validates tuple (country, city)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Data Quality in Database Migrations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31538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4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0156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t>Hubert Dec · Patryk Dziki · Adrian Czapka · Dominik Dziedzic · Beniamin Sujka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Validation markers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i="1"/>
            </a:pPr>
            <a:r>
              <a:t>Each marker maps to one validator; engine picks SQL or short Python follow-up.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858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418011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2C3E50"/>
                          </a:solidFill>
                        </a:defRPr>
                      </a:pPr>
                      <a:r>
                        <a:t>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2C3E50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2C3E50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Required()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Must not be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SQL: IS NULL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Nullable()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Allow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Skips required rule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Unique()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Column 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SQL GROUP BY + join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UniqueComposite(a,b)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Composite 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SQL duplicate scan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FloatMin / FloatMax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Numeric bounds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SQL comparison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NoNaN()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No NaN when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SQL prefilter + Python isnan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114800"/>
            <a:ext cx="1118585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Out of scope for v1: semantic transforms (e.g. category 3 → Boeing 737). Focus: NULLs, ranges, duplicates, NaN — failures inside successful migrations.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Data Quality in Database Migrations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31538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5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0156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t>Hubert Dec · Patryk Dziki · Adrian Czapka · Dominik Dziedzic · Beniamin Sujka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How MigrationValidator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i="1"/>
            </a:pPr>
            <a:r>
              <a:t>Field pass first, then duplicates. Errors stream; memory stays bounded.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Model (Annotated) → parser.py → SQL SELECT (stream) → ValidationError + pandas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118585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b="1" sz="1600">
                <a:solidFill>
                  <a:srgbClr val="2C3E50"/>
                </a:solidFill>
              </a:defRPr>
            </a:pPr>
            <a:r>
              <a:t>Collects Unique() and UniqueComposite targets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ValidationError includes primary key + column</a:t>
            </a:r>
          </a:p>
          <a:p>
            <a:pPr>
              <a:spcBef>
                <a:spcPts val="1200"/>
              </a:spcBef>
              <a:defRPr b="1" sz="1400"/>
            </a:pPr>
            <a:r>
              <a:t>Duplicate pass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Single SQL pass per constraint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Data Quality in Database Migrations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31538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6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0156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t>Hubert Dec · Patryk Dziki · Adrian Czapka · Dominik Dziedzic · Beniamin Sujka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Validate smartly: SQL first, Python when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i="1"/>
            </a:pPr>
            <a:r>
              <a:t>Push work to the database; Python only when SQL cannot express the rule.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8585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2C3E50"/>
                          </a:solidFill>
                        </a:defRPr>
                      </a:pPr>
                      <a:r>
                        <a:t>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2C3E50"/>
                          </a:solidFill>
                        </a:defRPr>
                      </a:pPr>
                      <a:r>
                        <a:t>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2C3E50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Null / FloatMin / Max / 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Full rule in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Confirm rule fired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NoNaN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Non-null prefilter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math.isnan (SQLite-safe)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2423160"/>
            <a:ext cx="11185855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b="1" sz="1400">
                <a:solidFill>
                  <a:srgbClr val="2C3E50"/>
                </a:solidFill>
              </a:defRPr>
            </a:pPr>
            <a:r>
              <a:t>yield_per=5000 — not row-by-row ORM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Lax staging table + strict model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Same report for Faker, ETL, or legacy export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Actionable errors: row id, column, rule kind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Data Quality in Database Migrations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31538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7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0156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t>Hubert Dec · Patryk Dziki · Adrian Czapka · Dominik Dziedzic · Beniamin Sujka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Running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i="1"/>
            </a:pPr>
            <a:r>
              <a:t>Three lines in app code; optional CI gate via pytest.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185855" cy="2194560"/>
          </a:xfrm>
          <a:prstGeom prst="rect">
            <a:avLst/>
          </a:prstGeom>
          <a:solidFill>
            <a:srgbClr val="F4F4F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latin typeface="Consolas"/>
              </a:defRPr>
            </a:pPr>
            <a:r>
              <a:t>from sqlalchemy.orm import Session</a:t>
            </a:r>
            <a:br/>
            <a:r>
              <a:t>from src.engine import MigrationValidator</a:t>
            </a:r>
            <a:br/>
            <a:r>
              <a:t>from src.pandas_ import errors_to_dataframe, summarize_errors</a:t>
            </a:r>
            <a:br/>
            <a:br/>
            <a:r>
              <a:t>with Session(engine) as session:</a:t>
            </a:r>
            <a:br/>
            <a:r>
              <a:t>    errors = MigrationValidator(session).validate(User)</a:t>
            </a:r>
            <a:br/>
            <a:r>
              <a:t>    report = errors_to_dataframe(errors)</a:t>
            </a:r>
            <a:br/>
            <a:r>
              <a:t>    summary = summarize_errors(report)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46120"/>
            <a:ext cx="5455767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2C3E50"/>
                </a:solidFill>
              </a:defRPr>
            </a:pPr>
            <a:r>
              <a:t>assert_table_valid(session, User)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pytest_validation_plugin in pyproject.toml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migration_validator fixture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3246120"/>
            <a:ext cx="5455767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2C3E50"/>
                </a:solidFill>
              </a:defRPr>
            </a:pPr>
            <a:r>
              <a:t>examples/migration_validation_demo.py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examples/validate_dirty_database.py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examples/validation_report.ipynb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uv run pytest (29 tests)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Data Quality in Database Migrations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31538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8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0156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t>Hubert Dec · Patryk Dziki · Adrian Czapka · Dominik Dziedzic · Beniamin Sujka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Demo: dirty data like production migrations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i="1"/>
            </a:pPr>
            <a:r>
              <a:t>Local SQLite reproduces “looks fine in the dashboard” failures.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61522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2C3E50"/>
                </a:solidFill>
              </a:defRPr>
            </a:pPr>
            <a:r>
              <a:t>Generate ~1000 rows with Faker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Inject defects: 50 NULL emails, 20 negative ages, 25 duplicates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df.to_sql into SQLite (like ETL)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MigrationValidator.validate(ValidatedUser)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Print summary / notebook for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83740" y="1417320"/>
            <a:ext cx="4805034" cy="2011680"/>
          </a:xfrm>
          <a:prstGeom prst="rect">
            <a:avLst/>
          </a:prstGeom>
          <a:solidFill>
            <a:srgbClr val="F4F4F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latin typeface="Consolas"/>
              </a:defRPr>
            </a:pPr>
            <a:r>
              <a:t>Found 122 validation error(s)</a:t>
            </a:r>
            <a:br/>
            <a:br/>
            <a:r>
              <a:t>null       email   52</a:t>
            </a:r>
            <a:br/>
            <a:r>
              <a:t>duplicate  email   50</a:t>
            </a:r>
            <a:br/>
            <a:r>
              <a:t>float_min  age  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0"/>
            <a:ext cx="111858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Data present and often non-null but wrong. Library produces evidence (row ids + rule) before sign-off.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Data Quality in Database Migrations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31538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9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0156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t>Hubert Dec · Patryk Dziki · Adrian Czapka · Dominik Dziedzic · Beniamin Sujka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When to run this in a migration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i="1"/>
            </a:pPr>
            <a:r>
              <a:t>Validation gate — same weight as schema diff and row-count checks.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455767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2C3E50"/>
                </a:solidFill>
              </a:defRPr>
            </a:pPr>
            <a:r>
              <a:t>Bulk load / cutover on staging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Staging mirrors production volume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Before UAT and regulatory sign-off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After hotfix scripts on legacy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3007" y="1417320"/>
            <a:ext cx="5455767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b="1" sz="1400">
                <a:solidFill>
                  <a:srgbClr val="2C3E50"/>
                </a:solidFill>
              </a:defRPr>
            </a:pPr>
            <a:r>
              <a:t>Historical edge cases → custom markers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Code lists → FloatMin/Max or enums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Duplicates → Unique / UniqueComposite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Silent NULLs → Required() on nullable cols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92040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Goal: detect in staging, not in production. Failing pytest beats a post-go-live incident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Data Quality in Database Migrations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31538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10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0156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t>Hubert Dec · Patryk Dziki · Adrian Czapka · Dominik Dziedzic · Beniamin Sujka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i="1"/>
            </a:pPr>
            <a:r>
              <a:t>Structural checks today; semantic rules tomorrow.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85855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700"/>
            </a:pPr>
            <a:r>
              <a:t>1. Problem: migrations succeed while data is wrong (Sprint I report).</a:t>
            </a:r>
          </a:p>
          <a:p>
            <a:pPr>
              <a:spcAft>
                <a:spcPts val="1000"/>
              </a:spcAft>
              <a:defRPr sz="1700"/>
            </a:pPr>
            <a:r>
              <a:t>2. Approach: Annotated markers on columns; one declaration.</a:t>
            </a:r>
          </a:p>
          <a:p>
            <a:pPr>
              <a:spcAft>
                <a:spcPts val="1000"/>
              </a:spcAft>
              <a:defRPr sz="1700"/>
            </a:pPr>
            <a:r>
              <a:t>3. Engine: MigrationValidator + SQL streaming + Python for NaN.</a:t>
            </a:r>
          </a:p>
          <a:p>
            <a:pPr>
              <a:spcAft>
                <a:spcPts val="1000"/>
              </a:spcAft>
              <a:defRPr sz="1700"/>
            </a:pPr>
            <a:r>
              <a:t>4. Delivery: pandas report, pytest plugin, Faker demo.</a:t>
            </a:r>
          </a:p>
          <a:p>
            <a:pPr>
              <a:spcAft>
                <a:spcPts val="1000"/>
              </a:spcAft>
              <a:defRPr sz="1700"/>
            </a:pPr>
            <a:r>
              <a:t>5. Next: domain semantics (codes, FK) via same parser.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49240"/>
            <a:ext cx="111858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uv run pytest  ·  uv run python examples/validate_dirty_database.py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Data Quality in Database Migrations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31538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11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0156" y="6355080"/>
            <a:ext cx="372861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t>Hubert Dec · Patryk Dziki · Adrian Czapka · Dominik Dziedzic · Beniamin Sujka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